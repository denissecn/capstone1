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video/mp4" Extension="mp4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</p:sldIdLst>
  <p:sldSz cx="18288000" cy="10287000"/>
  <p:notesSz cx="6858000" cy="9144000"/>
  <p:embeddedFontLst>
    <p:embeddedFont>
      <p:font typeface="Now" charset="1" panose="00000500000000000000"/>
      <p:regular r:id="rId28"/>
    </p:embeddedFont>
    <p:embeddedFont>
      <p:font typeface="Open Sans Bold" charset="1" panose="020B0806030504020204"/>
      <p:regular r:id="rId2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5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6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7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8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9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10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11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12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13.jpeg" Type="http://schemas.openxmlformats.org/officeDocument/2006/relationships/image"/><Relationship Id="rId6" Target="../media/VAG5AmYRv84.mp4" Type="http://schemas.openxmlformats.org/officeDocument/2006/relationships/video"/><Relationship Id="rId7" Target="../media/VAG5AmYRv84.mp4" Type="http://schemas.microsoft.com/office/2007/relationships/media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14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15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16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17.png" Type="http://schemas.openxmlformats.org/officeDocument/2006/relationships/image"/><Relationship Id="rId6" Target="../media/image18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19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20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21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22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23.png" Type="http://schemas.openxmlformats.org/officeDocument/2006/relationships/image"/><Relationship Id="rId6" Target="../media/image24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25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7" t="0" r="-37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706371" y="2292689"/>
            <a:ext cx="19505778" cy="5701623"/>
            <a:chOff x="0" y="0"/>
            <a:chExt cx="5137324" cy="150166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37324" cy="1501662"/>
            </a:xfrm>
            <a:custGeom>
              <a:avLst/>
              <a:gdLst/>
              <a:ahLst/>
              <a:cxnLst/>
              <a:rect r="r" b="b" t="t" l="l"/>
              <a:pathLst>
                <a:path h="1501662" w="5137324">
                  <a:moveTo>
                    <a:pt x="0" y="0"/>
                  </a:moveTo>
                  <a:lnTo>
                    <a:pt x="5137324" y="0"/>
                  </a:lnTo>
                  <a:lnTo>
                    <a:pt x="5137324" y="1501662"/>
                  </a:lnTo>
                  <a:lnTo>
                    <a:pt x="0" y="1501662"/>
                  </a:lnTo>
                  <a:close/>
                </a:path>
              </a:pathLst>
            </a:custGeom>
            <a:solidFill>
              <a:srgbClr val="000000">
                <a:alpha val="47843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28575"/>
              <a:ext cx="5137324" cy="15302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028700" y="3902705"/>
            <a:ext cx="16230600" cy="26479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351"/>
              </a:lnSpc>
            </a:pPr>
            <a:r>
              <a:rPr lang="en-US" sz="9001" spc="153">
                <a:solidFill>
                  <a:srgbClr val="FFFFFF"/>
                </a:solidFill>
                <a:latin typeface="Now"/>
                <a:ea typeface="Now"/>
                <a:cs typeface="Now"/>
                <a:sym typeface="Now"/>
              </a:rPr>
              <a:t>PROYECTO</a:t>
            </a:r>
          </a:p>
          <a:p>
            <a:pPr algn="ctr">
              <a:lnSpc>
                <a:spcPts val="10351"/>
              </a:lnSpc>
            </a:pPr>
            <a:r>
              <a:rPr lang="en-US" sz="9001" spc="153">
                <a:solidFill>
                  <a:srgbClr val="FFFFFF"/>
                </a:solidFill>
                <a:latin typeface="Now"/>
                <a:ea typeface="Now"/>
                <a:cs typeface="Now"/>
                <a:sym typeface="Now"/>
              </a:rPr>
              <a:t>CAPSTONE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6737458"/>
            <a:ext cx="16230600" cy="492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65"/>
              </a:lnSpc>
            </a:pPr>
            <a:r>
              <a:rPr lang="en-US" sz="3224" spc="54">
                <a:solidFill>
                  <a:srgbClr val="FFFFFF"/>
                </a:solidFill>
                <a:latin typeface="Now"/>
                <a:ea typeface="Now"/>
                <a:cs typeface="Now"/>
                <a:sym typeface="Now"/>
              </a:rPr>
              <a:t>SOC REPORT MANAGER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-2408561">
            <a:off x="11296536" y="5091821"/>
            <a:ext cx="10253079" cy="8332957"/>
          </a:xfrm>
          <a:custGeom>
            <a:avLst/>
            <a:gdLst/>
            <a:ahLst/>
            <a:cxnLst/>
            <a:rect r="r" b="b" t="t" l="l"/>
            <a:pathLst>
              <a:path h="8332957" w="10253079">
                <a:moveTo>
                  <a:pt x="0" y="0"/>
                </a:moveTo>
                <a:lnTo>
                  <a:pt x="10253080" y="0"/>
                </a:lnTo>
                <a:lnTo>
                  <a:pt x="10253080" y="8332958"/>
                </a:lnTo>
                <a:lnTo>
                  <a:pt x="0" y="833295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5166202">
            <a:off x="-3576357" y="-3005361"/>
            <a:ext cx="10253079" cy="8332957"/>
          </a:xfrm>
          <a:custGeom>
            <a:avLst/>
            <a:gdLst/>
            <a:ahLst/>
            <a:cxnLst/>
            <a:rect r="r" b="b" t="t" l="l"/>
            <a:pathLst>
              <a:path h="8332957" w="10253079">
                <a:moveTo>
                  <a:pt x="0" y="0"/>
                </a:moveTo>
                <a:lnTo>
                  <a:pt x="10253080" y="0"/>
                </a:lnTo>
                <a:lnTo>
                  <a:pt x="10253080" y="8332958"/>
                </a:lnTo>
                <a:lnTo>
                  <a:pt x="0" y="833295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7" t="0" r="-37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5656049" y="-507984"/>
            <a:ext cx="12631951" cy="11038630"/>
            <a:chOff x="0" y="0"/>
            <a:chExt cx="3326934" cy="290729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326934" cy="2907294"/>
            </a:xfrm>
            <a:custGeom>
              <a:avLst/>
              <a:gdLst/>
              <a:ahLst/>
              <a:cxnLst/>
              <a:rect r="r" b="b" t="t" l="l"/>
              <a:pathLst>
                <a:path h="2907294" w="3326934">
                  <a:moveTo>
                    <a:pt x="0" y="0"/>
                  </a:moveTo>
                  <a:lnTo>
                    <a:pt x="3326934" y="0"/>
                  </a:lnTo>
                  <a:lnTo>
                    <a:pt x="3326934" y="2907294"/>
                  </a:lnTo>
                  <a:lnTo>
                    <a:pt x="0" y="2907294"/>
                  </a:lnTo>
                  <a:close/>
                </a:path>
              </a:pathLst>
            </a:custGeom>
            <a:solidFill>
              <a:srgbClr val="000000">
                <a:alpha val="47843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28575"/>
              <a:ext cx="3326934" cy="29358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-10353075">
            <a:off x="13474023" y="4537165"/>
            <a:ext cx="10253079" cy="8332957"/>
          </a:xfrm>
          <a:custGeom>
            <a:avLst/>
            <a:gdLst/>
            <a:ahLst/>
            <a:cxnLst/>
            <a:rect r="r" b="b" t="t" l="l"/>
            <a:pathLst>
              <a:path h="8332957" w="10253079">
                <a:moveTo>
                  <a:pt x="0" y="0"/>
                </a:moveTo>
                <a:lnTo>
                  <a:pt x="10253079" y="0"/>
                </a:lnTo>
                <a:lnTo>
                  <a:pt x="10253079" y="8332957"/>
                </a:lnTo>
                <a:lnTo>
                  <a:pt x="0" y="833295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9082586">
            <a:off x="-3008890" y="-2787108"/>
            <a:ext cx="10253079" cy="8332957"/>
          </a:xfrm>
          <a:custGeom>
            <a:avLst/>
            <a:gdLst/>
            <a:ahLst/>
            <a:cxnLst/>
            <a:rect r="r" b="b" t="t" l="l"/>
            <a:pathLst>
              <a:path h="8332957" w="10253079">
                <a:moveTo>
                  <a:pt x="0" y="0"/>
                </a:moveTo>
                <a:lnTo>
                  <a:pt x="10253079" y="0"/>
                </a:lnTo>
                <a:lnTo>
                  <a:pt x="10253079" y="8332958"/>
                </a:lnTo>
                <a:lnTo>
                  <a:pt x="0" y="833295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6081956" y="214370"/>
            <a:ext cx="11780137" cy="9858260"/>
          </a:xfrm>
          <a:custGeom>
            <a:avLst/>
            <a:gdLst/>
            <a:ahLst/>
            <a:cxnLst/>
            <a:rect r="r" b="b" t="t" l="l"/>
            <a:pathLst>
              <a:path h="9858260" w="11780137">
                <a:moveTo>
                  <a:pt x="0" y="0"/>
                </a:moveTo>
                <a:lnTo>
                  <a:pt x="11780137" y="0"/>
                </a:lnTo>
                <a:lnTo>
                  <a:pt x="11780137" y="9858260"/>
                </a:lnTo>
                <a:lnTo>
                  <a:pt x="0" y="985826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918002" y="7240543"/>
            <a:ext cx="3937278" cy="1837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19"/>
              </a:lnSpc>
            </a:pPr>
            <a:r>
              <a:rPr lang="en-US" sz="5299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Diagrama </a:t>
            </a:r>
          </a:p>
          <a:p>
            <a:pPr algn="ctr">
              <a:lnSpc>
                <a:spcPts val="7419"/>
              </a:lnSpc>
            </a:pPr>
            <a:r>
              <a:rPr lang="en-US" sz="5299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caso de Uso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7" t="0" r="-37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9587768">
            <a:off x="13996941" y="-3738127"/>
            <a:ext cx="10253079" cy="8332957"/>
          </a:xfrm>
          <a:custGeom>
            <a:avLst/>
            <a:gdLst/>
            <a:ahLst/>
            <a:cxnLst/>
            <a:rect r="r" b="b" t="t" l="l"/>
            <a:pathLst>
              <a:path h="8332957" w="10253079">
                <a:moveTo>
                  <a:pt x="0" y="0"/>
                </a:moveTo>
                <a:lnTo>
                  <a:pt x="10253080" y="0"/>
                </a:lnTo>
                <a:lnTo>
                  <a:pt x="10253080" y="8332957"/>
                </a:lnTo>
                <a:lnTo>
                  <a:pt x="0" y="833295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8100000">
            <a:off x="-2591812" y="6713809"/>
            <a:ext cx="10253079" cy="8332957"/>
          </a:xfrm>
          <a:custGeom>
            <a:avLst/>
            <a:gdLst/>
            <a:ahLst/>
            <a:cxnLst/>
            <a:rect r="r" b="b" t="t" l="l"/>
            <a:pathLst>
              <a:path h="8332957" w="10253079">
                <a:moveTo>
                  <a:pt x="0" y="0"/>
                </a:moveTo>
                <a:lnTo>
                  <a:pt x="10253080" y="0"/>
                </a:lnTo>
                <a:lnTo>
                  <a:pt x="10253080" y="8332957"/>
                </a:lnTo>
                <a:lnTo>
                  <a:pt x="0" y="833295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375371" y="1710394"/>
            <a:ext cx="15883929" cy="8362322"/>
          </a:xfrm>
          <a:custGeom>
            <a:avLst/>
            <a:gdLst/>
            <a:ahLst/>
            <a:cxnLst/>
            <a:rect r="r" b="b" t="t" l="l"/>
            <a:pathLst>
              <a:path h="8362322" w="15883929">
                <a:moveTo>
                  <a:pt x="0" y="0"/>
                </a:moveTo>
                <a:lnTo>
                  <a:pt x="15883929" y="0"/>
                </a:lnTo>
                <a:lnTo>
                  <a:pt x="15883929" y="8362322"/>
                </a:lnTo>
                <a:lnTo>
                  <a:pt x="0" y="836232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823914" y="498149"/>
            <a:ext cx="11272633" cy="903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19"/>
              </a:lnSpc>
            </a:pPr>
            <a:r>
              <a:rPr lang="en-US" sz="5299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Diagrama de actividades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7" t="0" r="-37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44992" y="2304263"/>
            <a:ext cx="17798016" cy="7778518"/>
          </a:xfrm>
          <a:custGeom>
            <a:avLst/>
            <a:gdLst/>
            <a:ahLst/>
            <a:cxnLst/>
            <a:rect r="r" b="b" t="t" l="l"/>
            <a:pathLst>
              <a:path h="7778518" w="17798016">
                <a:moveTo>
                  <a:pt x="0" y="0"/>
                </a:moveTo>
                <a:lnTo>
                  <a:pt x="17798016" y="0"/>
                </a:lnTo>
                <a:lnTo>
                  <a:pt x="17798016" y="7778518"/>
                </a:lnTo>
                <a:lnTo>
                  <a:pt x="0" y="777851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248" r="0" b="-248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734005" y="524510"/>
            <a:ext cx="11272633" cy="903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19"/>
              </a:lnSpc>
            </a:pPr>
            <a:r>
              <a:rPr lang="en-US" sz="5299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Diagrama de Secuencia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7" t="0" r="-37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166202">
            <a:off x="-2910058" y="3527099"/>
            <a:ext cx="10253079" cy="8332957"/>
          </a:xfrm>
          <a:custGeom>
            <a:avLst/>
            <a:gdLst/>
            <a:ahLst/>
            <a:cxnLst/>
            <a:rect r="r" b="b" t="t" l="l"/>
            <a:pathLst>
              <a:path h="8332957" w="10253079">
                <a:moveTo>
                  <a:pt x="0" y="0"/>
                </a:moveTo>
                <a:lnTo>
                  <a:pt x="10253080" y="0"/>
                </a:lnTo>
                <a:lnTo>
                  <a:pt x="10253080" y="8332957"/>
                </a:lnTo>
                <a:lnTo>
                  <a:pt x="0" y="833295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9445506">
            <a:off x="10349863" y="-2147563"/>
            <a:ext cx="10253079" cy="8332957"/>
          </a:xfrm>
          <a:custGeom>
            <a:avLst/>
            <a:gdLst/>
            <a:ahLst/>
            <a:cxnLst/>
            <a:rect r="r" b="b" t="t" l="l"/>
            <a:pathLst>
              <a:path h="8332957" w="10253079">
                <a:moveTo>
                  <a:pt x="0" y="0"/>
                </a:moveTo>
                <a:lnTo>
                  <a:pt x="10253080" y="0"/>
                </a:lnTo>
                <a:lnTo>
                  <a:pt x="10253080" y="8332957"/>
                </a:lnTo>
                <a:lnTo>
                  <a:pt x="0" y="833295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5095097" y="211911"/>
            <a:ext cx="13014098" cy="9863177"/>
          </a:xfrm>
          <a:custGeom>
            <a:avLst/>
            <a:gdLst/>
            <a:ahLst/>
            <a:cxnLst/>
            <a:rect r="r" b="b" t="t" l="l"/>
            <a:pathLst>
              <a:path h="9863177" w="13014098">
                <a:moveTo>
                  <a:pt x="0" y="0"/>
                </a:moveTo>
                <a:lnTo>
                  <a:pt x="13014098" y="0"/>
                </a:lnTo>
                <a:lnTo>
                  <a:pt x="13014098" y="9863178"/>
                </a:lnTo>
                <a:lnTo>
                  <a:pt x="0" y="986317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62476" y="458694"/>
            <a:ext cx="4932621" cy="1837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19"/>
              </a:lnSpc>
            </a:pPr>
            <a:r>
              <a:rPr lang="en-US" sz="5299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Diagrama  de componentes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7" t="0" r="-37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9934972">
            <a:off x="-4018678" y="-1844183"/>
            <a:ext cx="10253079" cy="8332957"/>
          </a:xfrm>
          <a:custGeom>
            <a:avLst/>
            <a:gdLst/>
            <a:ahLst/>
            <a:cxnLst/>
            <a:rect r="r" b="b" t="t" l="l"/>
            <a:pathLst>
              <a:path h="8332957" w="10253079">
                <a:moveTo>
                  <a:pt x="0" y="0"/>
                </a:moveTo>
                <a:lnTo>
                  <a:pt x="10253080" y="0"/>
                </a:lnTo>
                <a:lnTo>
                  <a:pt x="10253080" y="8332958"/>
                </a:lnTo>
                <a:lnTo>
                  <a:pt x="0" y="833295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2370456">
            <a:off x="11650578" y="5321728"/>
            <a:ext cx="10253079" cy="8332957"/>
          </a:xfrm>
          <a:custGeom>
            <a:avLst/>
            <a:gdLst/>
            <a:ahLst/>
            <a:cxnLst/>
            <a:rect r="r" b="b" t="t" l="l"/>
            <a:pathLst>
              <a:path h="8332957" w="10253079">
                <a:moveTo>
                  <a:pt x="0" y="0"/>
                </a:moveTo>
                <a:lnTo>
                  <a:pt x="10253079" y="0"/>
                </a:lnTo>
                <a:lnTo>
                  <a:pt x="10253079" y="8332957"/>
                </a:lnTo>
                <a:lnTo>
                  <a:pt x="0" y="833295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5209920" y="233350"/>
            <a:ext cx="12842379" cy="9820300"/>
          </a:xfrm>
          <a:custGeom>
            <a:avLst/>
            <a:gdLst/>
            <a:ahLst/>
            <a:cxnLst/>
            <a:rect r="r" b="b" t="t" l="l"/>
            <a:pathLst>
              <a:path h="9820300" w="12842379">
                <a:moveTo>
                  <a:pt x="0" y="0"/>
                </a:moveTo>
                <a:lnTo>
                  <a:pt x="12842379" y="0"/>
                </a:lnTo>
                <a:lnTo>
                  <a:pt x="12842379" y="9820300"/>
                </a:lnTo>
                <a:lnTo>
                  <a:pt x="0" y="98203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723" t="-227" r="-3802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0" y="6955186"/>
            <a:ext cx="5487219" cy="1837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19"/>
              </a:lnSpc>
            </a:pPr>
            <a:r>
              <a:rPr lang="en-US" sz="5299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Diagrama  de Despliegue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7" t="0" r="-37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8423301">
            <a:off x="-1358648" y="4094866"/>
            <a:ext cx="12706438" cy="10326869"/>
          </a:xfrm>
          <a:custGeom>
            <a:avLst/>
            <a:gdLst/>
            <a:ahLst/>
            <a:cxnLst/>
            <a:rect r="r" b="b" t="t" l="l"/>
            <a:pathLst>
              <a:path h="10326869" w="12706438">
                <a:moveTo>
                  <a:pt x="0" y="0"/>
                </a:moveTo>
                <a:lnTo>
                  <a:pt x="12706438" y="0"/>
                </a:lnTo>
                <a:lnTo>
                  <a:pt x="12706438" y="10326868"/>
                </a:lnTo>
                <a:lnTo>
                  <a:pt x="0" y="1032686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346961" y="1691245"/>
            <a:ext cx="15594077" cy="7816531"/>
          </a:xfrm>
          <a:custGeom>
            <a:avLst/>
            <a:gdLst/>
            <a:ahLst/>
            <a:cxnLst/>
            <a:rect r="r" b="b" t="t" l="l"/>
            <a:pathLst>
              <a:path h="7816531" w="15594077">
                <a:moveTo>
                  <a:pt x="0" y="0"/>
                </a:moveTo>
                <a:lnTo>
                  <a:pt x="15594078" y="0"/>
                </a:lnTo>
                <a:lnTo>
                  <a:pt x="15594078" y="7816531"/>
                </a:lnTo>
                <a:lnTo>
                  <a:pt x="0" y="781653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3367266" y="543573"/>
            <a:ext cx="11272633" cy="778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40"/>
              </a:lnSpc>
            </a:pPr>
            <a:r>
              <a:rPr lang="en-US" sz="460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Vista General del Flujo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7" t="0" r="-37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1769653">
            <a:off x="-5357882" y="-1778050"/>
            <a:ext cx="10253079" cy="8332957"/>
          </a:xfrm>
          <a:custGeom>
            <a:avLst/>
            <a:gdLst/>
            <a:ahLst/>
            <a:cxnLst/>
            <a:rect r="r" b="b" t="t" l="l"/>
            <a:pathLst>
              <a:path h="8332957" w="10253079">
                <a:moveTo>
                  <a:pt x="0" y="0"/>
                </a:moveTo>
                <a:lnTo>
                  <a:pt x="10253079" y="0"/>
                </a:lnTo>
                <a:lnTo>
                  <a:pt x="10253079" y="8332957"/>
                </a:lnTo>
                <a:lnTo>
                  <a:pt x="0" y="833295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1769653">
            <a:off x="13342108" y="3725052"/>
            <a:ext cx="10253079" cy="8332957"/>
          </a:xfrm>
          <a:custGeom>
            <a:avLst/>
            <a:gdLst/>
            <a:ahLst/>
            <a:cxnLst/>
            <a:rect r="r" b="b" t="t" l="l"/>
            <a:pathLst>
              <a:path h="8332957" w="10253079">
                <a:moveTo>
                  <a:pt x="0" y="0"/>
                </a:moveTo>
                <a:lnTo>
                  <a:pt x="10253080" y="0"/>
                </a:lnTo>
                <a:lnTo>
                  <a:pt x="10253080" y="8332958"/>
                </a:lnTo>
                <a:lnTo>
                  <a:pt x="0" y="833295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3076712" y="2032321"/>
            <a:ext cx="12213479" cy="6222358"/>
          </a:xfrm>
          <a:custGeom>
            <a:avLst/>
            <a:gdLst/>
            <a:ahLst/>
            <a:cxnLst/>
            <a:rect r="r" b="b" t="t" l="l"/>
            <a:pathLst>
              <a:path h="6222358" w="12213479">
                <a:moveTo>
                  <a:pt x="0" y="0"/>
                </a:moveTo>
                <a:lnTo>
                  <a:pt x="12213479" y="0"/>
                </a:lnTo>
                <a:lnTo>
                  <a:pt x="12213479" y="6222358"/>
                </a:lnTo>
                <a:lnTo>
                  <a:pt x="0" y="622235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889915" y="695325"/>
            <a:ext cx="12587072" cy="7124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80"/>
              </a:lnSpc>
            </a:pPr>
            <a:r>
              <a:rPr lang="en-US" sz="420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Entrada y clasificación (Gmail → Analiza → IF)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7" t="0" r="-37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0724928">
            <a:off x="-3325089" y="4750883"/>
            <a:ext cx="10253079" cy="8332957"/>
          </a:xfrm>
          <a:custGeom>
            <a:avLst/>
            <a:gdLst/>
            <a:ahLst/>
            <a:cxnLst/>
            <a:rect r="r" b="b" t="t" l="l"/>
            <a:pathLst>
              <a:path h="8332957" w="10253079">
                <a:moveTo>
                  <a:pt x="0" y="0"/>
                </a:moveTo>
                <a:lnTo>
                  <a:pt x="10253080" y="0"/>
                </a:lnTo>
                <a:lnTo>
                  <a:pt x="10253080" y="8332957"/>
                </a:lnTo>
                <a:lnTo>
                  <a:pt x="0" y="833295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10724928">
            <a:off x="11851332" y="-2350678"/>
            <a:ext cx="10253079" cy="8332957"/>
          </a:xfrm>
          <a:custGeom>
            <a:avLst/>
            <a:gdLst/>
            <a:ahLst/>
            <a:cxnLst/>
            <a:rect r="r" b="b" t="t" l="l"/>
            <a:pathLst>
              <a:path h="8332957" w="10253079">
                <a:moveTo>
                  <a:pt x="0" y="0"/>
                </a:moveTo>
                <a:lnTo>
                  <a:pt x="10253080" y="0"/>
                </a:lnTo>
                <a:lnTo>
                  <a:pt x="10253080" y="8332957"/>
                </a:lnTo>
                <a:lnTo>
                  <a:pt x="0" y="833295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2044415" y="1874045"/>
            <a:ext cx="14086633" cy="7043316"/>
          </a:xfrm>
          <a:custGeom>
            <a:avLst/>
            <a:gdLst/>
            <a:ahLst/>
            <a:cxnLst/>
            <a:rect r="r" b="b" t="t" l="l"/>
            <a:pathLst>
              <a:path h="7043316" w="14086633">
                <a:moveTo>
                  <a:pt x="0" y="0"/>
                </a:moveTo>
                <a:lnTo>
                  <a:pt x="14086633" y="0"/>
                </a:lnTo>
                <a:lnTo>
                  <a:pt x="14086633" y="7043317"/>
                </a:lnTo>
                <a:lnTo>
                  <a:pt x="0" y="704331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137902" y="593426"/>
            <a:ext cx="13993145" cy="6889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400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Cierres de turno: análisis del PDF 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7" t="0" r="-37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8629548">
            <a:off x="12325485" y="-2837787"/>
            <a:ext cx="10253079" cy="8332957"/>
          </a:xfrm>
          <a:custGeom>
            <a:avLst/>
            <a:gdLst/>
            <a:ahLst/>
            <a:cxnLst/>
            <a:rect r="r" b="b" t="t" l="l"/>
            <a:pathLst>
              <a:path h="8332957" w="10253079">
                <a:moveTo>
                  <a:pt x="0" y="0"/>
                </a:moveTo>
                <a:lnTo>
                  <a:pt x="10253079" y="0"/>
                </a:lnTo>
                <a:lnTo>
                  <a:pt x="10253079" y="8332957"/>
                </a:lnTo>
                <a:lnTo>
                  <a:pt x="0" y="833295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514997" y="2189558"/>
            <a:ext cx="13238955" cy="5907884"/>
          </a:xfrm>
          <a:custGeom>
            <a:avLst/>
            <a:gdLst/>
            <a:ahLst/>
            <a:cxnLst/>
            <a:rect r="r" b="b" t="t" l="l"/>
            <a:pathLst>
              <a:path h="5907884" w="13238955">
                <a:moveTo>
                  <a:pt x="0" y="0"/>
                </a:moveTo>
                <a:lnTo>
                  <a:pt x="13238956" y="0"/>
                </a:lnTo>
                <a:lnTo>
                  <a:pt x="13238956" y="5907884"/>
                </a:lnTo>
                <a:lnTo>
                  <a:pt x="0" y="590788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137902" y="593426"/>
            <a:ext cx="13993145" cy="6889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400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Analisis de Alertas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7" t="0" r="-37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8629548">
            <a:off x="12325485" y="-2837787"/>
            <a:ext cx="10253079" cy="8332957"/>
          </a:xfrm>
          <a:custGeom>
            <a:avLst/>
            <a:gdLst/>
            <a:ahLst/>
            <a:cxnLst/>
            <a:rect r="r" b="b" t="t" l="l"/>
            <a:pathLst>
              <a:path h="8332957" w="10253079">
                <a:moveTo>
                  <a:pt x="0" y="0"/>
                </a:moveTo>
                <a:lnTo>
                  <a:pt x="10253079" y="0"/>
                </a:lnTo>
                <a:lnTo>
                  <a:pt x="10253079" y="8332957"/>
                </a:lnTo>
                <a:lnTo>
                  <a:pt x="0" y="833295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pic>
        <p:nvPicPr>
          <p:cNvPr name="Picture 4" id="4">
            <a:hlinkClick action="ppaction://media"/>
          </p:cNvPr>
          <p:cNvPicPr>
            <a:picLocks noChangeAspect="true"/>
          </p:cNvPicPr>
          <p:nvPr>
            <a:videoFile r:link="rId6"/>
            <p:extLst>
              <p:ext uri="{DAA4B4D4-6D71-4841-9C94-3DE7FCFB9230}">
                <p14:media xmlns:p14="http://schemas.microsoft.com/office/powerpoint/2010/main" r:embed="rId7"/>
              </p:ext>
            </p:extLst>
          </p:nvPr>
        </p:nvPicPr>
        <p:blipFill>
          <a:blip r:embed="rId5"/>
          <a:srcRect l="0" t="0" r="0" b="0"/>
          <a:stretch>
            <a:fillRect/>
          </a:stretch>
        </p:blipFill>
        <p:spPr>
          <a:xfrm flipH="false" flipV="false" rot="0">
            <a:off x="1431114" y="1109616"/>
            <a:ext cx="15425773" cy="8695188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3298097" y="137796"/>
            <a:ext cx="11272633" cy="7385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20"/>
              </a:lnSpc>
            </a:pPr>
            <a:r>
              <a:rPr lang="en-US" sz="430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Flujo funcionando</a:t>
            </a:r>
          </a:p>
        </p:txBody>
      </p:sp>
    </p:spTree>
  </p:cSld>
  <p:clrMapOvr>
    <a:masterClrMapping/>
  </p:clrMapOvr>
  <p:timing>
    <p:tnLst>
      <p:par>
        <p:cTn dur="indefinite" restart="never" nodeType="tmRoot">
          <p:childTnLst>
            <p:video>
              <p:cMediaNode vol="0">
                <p:cTn fill="hold" display="false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7" t="0" r="-37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8629548">
            <a:off x="12325485" y="-2837787"/>
            <a:ext cx="10253079" cy="8332957"/>
          </a:xfrm>
          <a:custGeom>
            <a:avLst/>
            <a:gdLst/>
            <a:ahLst/>
            <a:cxnLst/>
            <a:rect r="r" b="b" t="t" l="l"/>
            <a:pathLst>
              <a:path h="8332957" w="10253079">
                <a:moveTo>
                  <a:pt x="0" y="0"/>
                </a:moveTo>
                <a:lnTo>
                  <a:pt x="10253079" y="0"/>
                </a:lnTo>
                <a:lnTo>
                  <a:pt x="10253079" y="8332957"/>
                </a:lnTo>
                <a:lnTo>
                  <a:pt x="0" y="833295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3127880" y="2083692"/>
            <a:ext cx="11973406" cy="7528279"/>
          </a:xfrm>
          <a:custGeom>
            <a:avLst/>
            <a:gdLst/>
            <a:ahLst/>
            <a:cxnLst/>
            <a:rect r="r" b="b" t="t" l="l"/>
            <a:pathLst>
              <a:path h="7528279" w="11973406">
                <a:moveTo>
                  <a:pt x="0" y="0"/>
                </a:moveTo>
                <a:lnTo>
                  <a:pt x="11973406" y="0"/>
                </a:lnTo>
                <a:lnTo>
                  <a:pt x="11973406" y="7528278"/>
                </a:lnTo>
                <a:lnTo>
                  <a:pt x="0" y="752827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3266155" y="372857"/>
            <a:ext cx="11272633" cy="9035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19"/>
              </a:lnSpc>
            </a:pPr>
            <a:r>
              <a:rPr lang="en-US" sz="5299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Base de datos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7" t="0" r="-37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8629548">
            <a:off x="12325485" y="-2837787"/>
            <a:ext cx="10253079" cy="8332957"/>
          </a:xfrm>
          <a:custGeom>
            <a:avLst/>
            <a:gdLst/>
            <a:ahLst/>
            <a:cxnLst/>
            <a:rect r="r" b="b" t="t" l="l"/>
            <a:pathLst>
              <a:path h="8332957" w="10253079">
                <a:moveTo>
                  <a:pt x="0" y="0"/>
                </a:moveTo>
                <a:lnTo>
                  <a:pt x="10253079" y="0"/>
                </a:lnTo>
                <a:lnTo>
                  <a:pt x="10253079" y="8332957"/>
                </a:lnTo>
                <a:lnTo>
                  <a:pt x="0" y="833295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376102" y="3665863"/>
            <a:ext cx="11291814" cy="4052018"/>
          </a:xfrm>
          <a:custGeom>
            <a:avLst/>
            <a:gdLst/>
            <a:ahLst/>
            <a:cxnLst/>
            <a:rect r="r" b="b" t="t" l="l"/>
            <a:pathLst>
              <a:path h="4052018" w="11291814">
                <a:moveTo>
                  <a:pt x="0" y="0"/>
                </a:moveTo>
                <a:lnTo>
                  <a:pt x="11291814" y="0"/>
                </a:lnTo>
                <a:lnTo>
                  <a:pt x="11291814" y="4052019"/>
                </a:lnTo>
                <a:lnTo>
                  <a:pt x="0" y="405201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3266155" y="372857"/>
            <a:ext cx="11272633" cy="9035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19"/>
              </a:lnSpc>
            </a:pPr>
            <a:r>
              <a:rPr lang="en-US" sz="5299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Dimensiones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04116" y="2232815"/>
            <a:ext cx="7217893" cy="6134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  <a:spcBef>
                <a:spcPct val="0"/>
              </a:spcBef>
            </a:pPr>
            <a:r>
              <a:rPr lang="en-US" b="true" sz="360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Lookup Dimensions (estáticas):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7" t="0" r="-37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8629548">
            <a:off x="12325485" y="-2837787"/>
            <a:ext cx="10253079" cy="8332957"/>
          </a:xfrm>
          <a:custGeom>
            <a:avLst/>
            <a:gdLst/>
            <a:ahLst/>
            <a:cxnLst/>
            <a:rect r="r" b="b" t="t" l="l"/>
            <a:pathLst>
              <a:path h="8332957" w="10253079">
                <a:moveTo>
                  <a:pt x="0" y="0"/>
                </a:moveTo>
                <a:lnTo>
                  <a:pt x="10253079" y="0"/>
                </a:lnTo>
                <a:lnTo>
                  <a:pt x="10253079" y="8332957"/>
                </a:lnTo>
                <a:lnTo>
                  <a:pt x="0" y="833295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166457" y="786529"/>
            <a:ext cx="12171008" cy="8884836"/>
          </a:xfrm>
          <a:custGeom>
            <a:avLst/>
            <a:gdLst/>
            <a:ahLst/>
            <a:cxnLst/>
            <a:rect r="r" b="b" t="t" l="l"/>
            <a:pathLst>
              <a:path h="8884836" w="12171008">
                <a:moveTo>
                  <a:pt x="0" y="0"/>
                </a:moveTo>
                <a:lnTo>
                  <a:pt x="12171008" y="0"/>
                </a:lnTo>
                <a:lnTo>
                  <a:pt x="12171008" y="8884836"/>
                </a:lnTo>
                <a:lnTo>
                  <a:pt x="0" y="888483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7" t="0" r="-37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8629548">
            <a:off x="12325485" y="-2837787"/>
            <a:ext cx="10253079" cy="8332957"/>
          </a:xfrm>
          <a:custGeom>
            <a:avLst/>
            <a:gdLst/>
            <a:ahLst/>
            <a:cxnLst/>
            <a:rect r="r" b="b" t="t" l="l"/>
            <a:pathLst>
              <a:path h="8332957" w="10253079">
                <a:moveTo>
                  <a:pt x="0" y="0"/>
                </a:moveTo>
                <a:lnTo>
                  <a:pt x="10253079" y="0"/>
                </a:lnTo>
                <a:lnTo>
                  <a:pt x="10253079" y="8332957"/>
                </a:lnTo>
                <a:lnTo>
                  <a:pt x="0" y="833295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303755" y="1028700"/>
            <a:ext cx="11298113" cy="3803745"/>
          </a:xfrm>
          <a:custGeom>
            <a:avLst/>
            <a:gdLst/>
            <a:ahLst/>
            <a:cxnLst/>
            <a:rect r="r" b="b" t="t" l="l"/>
            <a:pathLst>
              <a:path h="3803745" w="11298113">
                <a:moveTo>
                  <a:pt x="0" y="0"/>
                </a:moveTo>
                <a:lnTo>
                  <a:pt x="11298113" y="0"/>
                </a:lnTo>
                <a:lnTo>
                  <a:pt x="11298113" y="3803745"/>
                </a:lnTo>
                <a:lnTo>
                  <a:pt x="0" y="380374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303755" y="5606140"/>
            <a:ext cx="10839067" cy="3952354"/>
          </a:xfrm>
          <a:custGeom>
            <a:avLst/>
            <a:gdLst/>
            <a:ahLst/>
            <a:cxnLst/>
            <a:rect r="r" b="b" t="t" l="l"/>
            <a:pathLst>
              <a:path h="3952354" w="10839067">
                <a:moveTo>
                  <a:pt x="0" y="0"/>
                </a:moveTo>
                <a:lnTo>
                  <a:pt x="10839066" y="0"/>
                </a:lnTo>
                <a:lnTo>
                  <a:pt x="10839066" y="3952354"/>
                </a:lnTo>
                <a:lnTo>
                  <a:pt x="0" y="395235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599" r="0" b="-599"/>
            </a:stretch>
          </a:blipFill>
        </p:spPr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7" t="0" r="-37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8629548">
            <a:off x="12325485" y="-2837787"/>
            <a:ext cx="10253079" cy="8332957"/>
          </a:xfrm>
          <a:custGeom>
            <a:avLst/>
            <a:gdLst/>
            <a:ahLst/>
            <a:cxnLst/>
            <a:rect r="r" b="b" t="t" l="l"/>
            <a:pathLst>
              <a:path h="8332957" w="10253079">
                <a:moveTo>
                  <a:pt x="0" y="0"/>
                </a:moveTo>
                <a:lnTo>
                  <a:pt x="10253079" y="0"/>
                </a:lnTo>
                <a:lnTo>
                  <a:pt x="10253079" y="8332957"/>
                </a:lnTo>
                <a:lnTo>
                  <a:pt x="0" y="833295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463985" y="2391963"/>
            <a:ext cx="11367537" cy="7161548"/>
          </a:xfrm>
          <a:custGeom>
            <a:avLst/>
            <a:gdLst/>
            <a:ahLst/>
            <a:cxnLst/>
            <a:rect r="r" b="b" t="t" l="l"/>
            <a:pathLst>
              <a:path h="7161548" w="11367537">
                <a:moveTo>
                  <a:pt x="0" y="0"/>
                </a:moveTo>
                <a:lnTo>
                  <a:pt x="11367537" y="0"/>
                </a:lnTo>
                <a:lnTo>
                  <a:pt x="11367537" y="7161548"/>
                </a:lnTo>
                <a:lnTo>
                  <a:pt x="0" y="716154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495632" y="962025"/>
            <a:ext cx="7798187" cy="6134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  <a:spcBef>
                <a:spcPct val="0"/>
              </a:spcBef>
            </a:pPr>
            <a:r>
              <a:rPr lang="en-US" b="true" sz="360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Sl</a:t>
            </a:r>
            <a:r>
              <a:rPr lang="en-US" b="true" sz="360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owly-Growing Dimensions (SGD):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7" t="0" r="-37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8629548">
            <a:off x="12325485" y="-2837787"/>
            <a:ext cx="10253079" cy="8332957"/>
          </a:xfrm>
          <a:custGeom>
            <a:avLst/>
            <a:gdLst/>
            <a:ahLst/>
            <a:cxnLst/>
            <a:rect r="r" b="b" t="t" l="l"/>
            <a:pathLst>
              <a:path h="8332957" w="10253079">
                <a:moveTo>
                  <a:pt x="0" y="0"/>
                </a:moveTo>
                <a:lnTo>
                  <a:pt x="10253079" y="0"/>
                </a:lnTo>
                <a:lnTo>
                  <a:pt x="10253079" y="8332957"/>
                </a:lnTo>
                <a:lnTo>
                  <a:pt x="0" y="833295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581398" y="2267412"/>
            <a:ext cx="10558029" cy="5450470"/>
          </a:xfrm>
          <a:custGeom>
            <a:avLst/>
            <a:gdLst/>
            <a:ahLst/>
            <a:cxnLst/>
            <a:rect r="r" b="b" t="t" l="l"/>
            <a:pathLst>
              <a:path h="5450470" w="10558029">
                <a:moveTo>
                  <a:pt x="0" y="0"/>
                </a:moveTo>
                <a:lnTo>
                  <a:pt x="10558029" y="0"/>
                </a:lnTo>
                <a:lnTo>
                  <a:pt x="10558029" y="5450470"/>
                </a:lnTo>
                <a:lnTo>
                  <a:pt x="0" y="545047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7" t="0" r="-37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8629548">
            <a:off x="12325485" y="-2837787"/>
            <a:ext cx="10253079" cy="8332957"/>
          </a:xfrm>
          <a:custGeom>
            <a:avLst/>
            <a:gdLst/>
            <a:ahLst/>
            <a:cxnLst/>
            <a:rect r="r" b="b" t="t" l="l"/>
            <a:pathLst>
              <a:path h="8332957" w="10253079">
                <a:moveTo>
                  <a:pt x="0" y="0"/>
                </a:moveTo>
                <a:lnTo>
                  <a:pt x="10253079" y="0"/>
                </a:lnTo>
                <a:lnTo>
                  <a:pt x="10253079" y="8332957"/>
                </a:lnTo>
                <a:lnTo>
                  <a:pt x="0" y="833295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434414" y="2117040"/>
            <a:ext cx="9695351" cy="6589598"/>
          </a:xfrm>
          <a:custGeom>
            <a:avLst/>
            <a:gdLst/>
            <a:ahLst/>
            <a:cxnLst/>
            <a:rect r="r" b="b" t="t" l="l"/>
            <a:pathLst>
              <a:path h="6589598" w="9695351">
                <a:moveTo>
                  <a:pt x="0" y="0"/>
                </a:moveTo>
                <a:lnTo>
                  <a:pt x="9695350" y="0"/>
                </a:lnTo>
                <a:lnTo>
                  <a:pt x="9695350" y="6589597"/>
                </a:lnTo>
                <a:lnTo>
                  <a:pt x="0" y="658959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516183" y="688644"/>
            <a:ext cx="3886714" cy="6134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  <a:spcBef>
                <a:spcPct val="0"/>
              </a:spcBef>
            </a:pPr>
            <a:r>
              <a:rPr lang="en-US" b="true" sz="360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Tablas de hechos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7" t="0" r="-37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8629548">
            <a:off x="12325485" y="-2837787"/>
            <a:ext cx="10253079" cy="8332957"/>
          </a:xfrm>
          <a:custGeom>
            <a:avLst/>
            <a:gdLst/>
            <a:ahLst/>
            <a:cxnLst/>
            <a:rect r="r" b="b" t="t" l="l"/>
            <a:pathLst>
              <a:path h="8332957" w="10253079">
                <a:moveTo>
                  <a:pt x="0" y="0"/>
                </a:moveTo>
                <a:lnTo>
                  <a:pt x="10253079" y="0"/>
                </a:lnTo>
                <a:lnTo>
                  <a:pt x="10253079" y="8332957"/>
                </a:lnTo>
                <a:lnTo>
                  <a:pt x="0" y="833295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42825" y="1328691"/>
            <a:ext cx="16250775" cy="7820686"/>
          </a:xfrm>
          <a:custGeom>
            <a:avLst/>
            <a:gdLst/>
            <a:ahLst/>
            <a:cxnLst/>
            <a:rect r="r" b="b" t="t" l="l"/>
            <a:pathLst>
              <a:path h="7820686" w="16250775">
                <a:moveTo>
                  <a:pt x="0" y="0"/>
                </a:moveTo>
                <a:lnTo>
                  <a:pt x="16250776" y="0"/>
                </a:lnTo>
                <a:lnTo>
                  <a:pt x="16250776" y="7820686"/>
                </a:lnTo>
                <a:lnTo>
                  <a:pt x="0" y="782068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7" t="0" r="-37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8629548">
            <a:off x="12325485" y="-2837787"/>
            <a:ext cx="10253079" cy="8332957"/>
          </a:xfrm>
          <a:custGeom>
            <a:avLst/>
            <a:gdLst/>
            <a:ahLst/>
            <a:cxnLst/>
            <a:rect r="r" b="b" t="t" l="l"/>
            <a:pathLst>
              <a:path h="8332957" w="10253079">
                <a:moveTo>
                  <a:pt x="0" y="0"/>
                </a:moveTo>
                <a:lnTo>
                  <a:pt x="10253079" y="0"/>
                </a:lnTo>
                <a:lnTo>
                  <a:pt x="10253079" y="8332957"/>
                </a:lnTo>
                <a:lnTo>
                  <a:pt x="0" y="833295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28700" y="1258692"/>
            <a:ext cx="11301259" cy="3884808"/>
          </a:xfrm>
          <a:custGeom>
            <a:avLst/>
            <a:gdLst/>
            <a:ahLst/>
            <a:cxnLst/>
            <a:rect r="r" b="b" t="t" l="l"/>
            <a:pathLst>
              <a:path h="3884808" w="11301259">
                <a:moveTo>
                  <a:pt x="0" y="0"/>
                </a:moveTo>
                <a:lnTo>
                  <a:pt x="11301259" y="0"/>
                </a:lnTo>
                <a:lnTo>
                  <a:pt x="11301259" y="3884808"/>
                </a:lnTo>
                <a:lnTo>
                  <a:pt x="0" y="388480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28700" y="5694528"/>
            <a:ext cx="6772013" cy="3563772"/>
          </a:xfrm>
          <a:custGeom>
            <a:avLst/>
            <a:gdLst/>
            <a:ahLst/>
            <a:cxnLst/>
            <a:rect r="r" b="b" t="t" l="l"/>
            <a:pathLst>
              <a:path h="3563772" w="6772013">
                <a:moveTo>
                  <a:pt x="0" y="0"/>
                </a:moveTo>
                <a:lnTo>
                  <a:pt x="6772013" y="0"/>
                </a:lnTo>
                <a:lnTo>
                  <a:pt x="6772013" y="3563772"/>
                </a:lnTo>
                <a:lnTo>
                  <a:pt x="0" y="356377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7" t="0" r="-37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8629548">
            <a:off x="12325485" y="-2837787"/>
            <a:ext cx="10253079" cy="8332957"/>
          </a:xfrm>
          <a:custGeom>
            <a:avLst/>
            <a:gdLst/>
            <a:ahLst/>
            <a:cxnLst/>
            <a:rect r="r" b="b" t="t" l="l"/>
            <a:pathLst>
              <a:path h="8332957" w="10253079">
                <a:moveTo>
                  <a:pt x="0" y="0"/>
                </a:moveTo>
                <a:lnTo>
                  <a:pt x="10253079" y="0"/>
                </a:lnTo>
                <a:lnTo>
                  <a:pt x="10253079" y="8332957"/>
                </a:lnTo>
                <a:lnTo>
                  <a:pt x="0" y="833295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924027" y="940965"/>
            <a:ext cx="12075986" cy="8317335"/>
          </a:xfrm>
          <a:custGeom>
            <a:avLst/>
            <a:gdLst/>
            <a:ahLst/>
            <a:cxnLst/>
            <a:rect r="r" b="b" t="t" l="l"/>
            <a:pathLst>
              <a:path h="8317335" w="12075986">
                <a:moveTo>
                  <a:pt x="0" y="0"/>
                </a:moveTo>
                <a:lnTo>
                  <a:pt x="12075986" y="0"/>
                </a:lnTo>
                <a:lnTo>
                  <a:pt x="12075986" y="8317335"/>
                </a:lnTo>
                <a:lnTo>
                  <a:pt x="0" y="831733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7" t="0" r="-37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706371" y="3110896"/>
            <a:ext cx="19505778" cy="4065209"/>
            <a:chOff x="0" y="0"/>
            <a:chExt cx="5137324" cy="107067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37324" cy="1070672"/>
            </a:xfrm>
            <a:custGeom>
              <a:avLst/>
              <a:gdLst/>
              <a:ahLst/>
              <a:cxnLst/>
              <a:rect r="r" b="b" t="t" l="l"/>
              <a:pathLst>
                <a:path h="1070672" w="5137324">
                  <a:moveTo>
                    <a:pt x="0" y="0"/>
                  </a:moveTo>
                  <a:lnTo>
                    <a:pt x="5137324" y="0"/>
                  </a:lnTo>
                  <a:lnTo>
                    <a:pt x="5137324" y="1070672"/>
                  </a:lnTo>
                  <a:lnTo>
                    <a:pt x="0" y="1070672"/>
                  </a:lnTo>
                  <a:close/>
                </a:path>
              </a:pathLst>
            </a:custGeom>
            <a:solidFill>
              <a:srgbClr val="000000">
                <a:alpha val="47843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28575"/>
              <a:ext cx="5137324" cy="10992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5660406" y="4665026"/>
            <a:ext cx="6772224" cy="9855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05"/>
              </a:lnSpc>
            </a:pPr>
            <a:r>
              <a:rPr lang="en-US" sz="6700" spc="113">
                <a:solidFill>
                  <a:srgbClr val="FFFFFF"/>
                </a:solidFill>
                <a:latin typeface="Now"/>
                <a:ea typeface="Now"/>
                <a:cs typeface="Now"/>
                <a:sym typeface="Now"/>
              </a:rPr>
              <a:t>¡GRACIAS!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-5166202">
            <a:off x="-3873881" y="-1184190"/>
            <a:ext cx="10253079" cy="8332957"/>
          </a:xfrm>
          <a:custGeom>
            <a:avLst/>
            <a:gdLst/>
            <a:ahLst/>
            <a:cxnLst/>
            <a:rect r="r" b="b" t="t" l="l"/>
            <a:pathLst>
              <a:path h="8332957" w="10253079">
                <a:moveTo>
                  <a:pt x="0" y="0"/>
                </a:moveTo>
                <a:lnTo>
                  <a:pt x="10253080" y="0"/>
                </a:lnTo>
                <a:lnTo>
                  <a:pt x="10253080" y="8332957"/>
                </a:lnTo>
                <a:lnTo>
                  <a:pt x="0" y="833295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5166202">
            <a:off x="12463867" y="4846788"/>
            <a:ext cx="10253079" cy="8332957"/>
          </a:xfrm>
          <a:custGeom>
            <a:avLst/>
            <a:gdLst/>
            <a:ahLst/>
            <a:cxnLst/>
            <a:rect r="r" b="b" t="t" l="l"/>
            <a:pathLst>
              <a:path h="8332957" w="10253079">
                <a:moveTo>
                  <a:pt x="0" y="0"/>
                </a:moveTo>
                <a:lnTo>
                  <a:pt x="10253079" y="0"/>
                </a:lnTo>
                <a:lnTo>
                  <a:pt x="10253079" y="8332957"/>
                </a:lnTo>
                <a:lnTo>
                  <a:pt x="0" y="833295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DAG4yuDpFY0</dc:identifier>
  <dcterms:modified xsi:type="dcterms:W3CDTF">2011-08-01T06:04:30Z</dcterms:modified>
  <cp:revision>1</cp:revision>
  <dc:title>Presentación Proyecto Tecnológico Abstracto Psicodélico Azul</dc:title>
</cp:coreProperties>
</file>